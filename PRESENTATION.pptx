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766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202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35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918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31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692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79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18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68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51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373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52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624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699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561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663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53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E6BC112-17A1-47F2-B1B6-F0EA1DBF153D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F449C4A-A284-4826-AFA0-C5406F12E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080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21977-27A1-462D-9BB7-12F0E3304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0176"/>
            <a:ext cx="8825658" cy="2677648"/>
          </a:xfrm>
        </p:spPr>
        <p:txBody>
          <a:bodyPr/>
          <a:lstStyle/>
          <a:p>
            <a:pPr algn="ctr"/>
            <a:r>
              <a:rPr lang="en-GB" b="1" dirty="0"/>
              <a:t>PRESENTATION OF</a:t>
            </a:r>
            <a:br>
              <a:rPr lang="en-GB" b="1" dirty="0"/>
            </a:br>
            <a:r>
              <a:rPr lang="en-GB" b="1" dirty="0"/>
              <a:t>STUDENT MANAGEMENT SYSTEM </a:t>
            </a:r>
            <a:br>
              <a:rPr lang="en-GB" b="1" dirty="0"/>
            </a:br>
            <a:r>
              <a:rPr lang="en-GB" sz="3200" b="1" dirty="0"/>
              <a:t># INTERNSHIP PROJECT-TASK -2</a:t>
            </a:r>
            <a:br>
              <a:rPr lang="en-GB" sz="3200" b="1" dirty="0"/>
            </a:br>
            <a:r>
              <a:rPr lang="en-GB" sz="3200" b="1" dirty="0"/>
              <a:t>@SYNTECXHUB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267634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IT IS USED TO STORE THE DATA IN FILE ..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C53B4F-D2B8-4B8E-A3BD-EFAA84A4C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" y="2155167"/>
            <a:ext cx="5457825" cy="254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21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WE ARE CREATING THIS STUDENT CLASS TO REPRESENT THE EACH STUDENT AS AN OBJECT WITH PROPERTIES LIKE </a:t>
            </a:r>
          </a:p>
          <a:p>
            <a:r>
              <a:rPr lang="en-GB" b="1" dirty="0"/>
              <a:t>NAME,STUDENT_ID,GRADE ..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890BA3-7FFF-48DA-B610-DB4E1E6A4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" y="2419209"/>
            <a:ext cx="5181600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88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WE ARE CREATING THIS CODE BECAUSE JSON cannot store Python objects directly THAT WHY  WE ARE CONVERTING OBJECTS TO DICTIONARY..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C8FDD0-7D9F-423F-AC0F-A8DB2E0EF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19" y="2170366"/>
            <a:ext cx="5716605" cy="251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343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WE ARE WRITING THIS CODE BECAUSE TO STORE THE DATA AND TO LOAD THE DATA WHEN ITS Start the program..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A57C28-F49A-44A9-99E4-A36261E84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18" y="2850506"/>
            <a:ext cx="5649113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36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The purpose of this code is to load previously saved student data from a file and store it inside the program so it can be used again..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08416-5C4E-4151-BCF0-DD66FEDB6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145558"/>
            <a:ext cx="5658482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47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The purpose of this function is to save all student data from the program into a file so it is not lost..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0782D-3152-456F-BCDA-4CEB5B89D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6" y="2812405"/>
            <a:ext cx="5657850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1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WE ARE WRITING THIS CODE BECAUSE to take student details (name, ID, grade) from the user so a new student can be added to the system..</a:t>
            </a:r>
            <a:endParaRPr lang="en-GB" dirty="0"/>
          </a:p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15EA1-5D47-4E56-A1A2-638ACAECF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08" y="3002927"/>
            <a:ext cx="5558192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379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This code checks that the student ID is unique, then creates a new student, adds it to the list, saves it to the file, and confirms success..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731792-6CA5-4897-B687-AE5AE6262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05" y="1997934"/>
            <a:ext cx="5720295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45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The purpose of this code is to display all student records stored in the system in a readable format..</a:t>
            </a:r>
            <a:endParaRPr lang="en-GB" dirty="0"/>
          </a:p>
          <a:p>
            <a:endParaRPr lang="en-IN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C19F72-86BA-4251-89B6-AEC87AC10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24" y="2437149"/>
            <a:ext cx="5596676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241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The purpose of this code is to find a student using their ID and update their details (name and grade), then save the changes..</a:t>
            </a:r>
            <a:endParaRPr lang="en-GB" dirty="0"/>
          </a:p>
          <a:p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43D9A5-9C40-4E73-B497-8DCF55515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05" y="1776150"/>
            <a:ext cx="5550395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27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The purpose of this code is to find a student by their ID, remove them from the system, and update the file..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7D5D2-DFA0-4DFA-9794-EB5C8AF0D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82" y="1788856"/>
            <a:ext cx="5569951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547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The purpose of this code is to run the program, show the menu, take user input, and call the correct function based on the user’s choice.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ABAE6-6447-4CC9-973A-E2D8C3CF1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2" y="812800"/>
            <a:ext cx="5444067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SUCCESSFULLY ADDED STUDENT NAME ID AND GRADE 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7E791E-C7A3-45E8-A68A-028251AF8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314" y="2119129"/>
            <a:ext cx="3839111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27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FIRST ADDED THE STUDENT DETAILS THEN VIEWED STUDENT DETAILS 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98581A-3721-4333-8D97-4582A1804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16" y="1305859"/>
            <a:ext cx="4486901" cy="1790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010407-CC8C-4997-82A6-6A9921C77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16" y="3469342"/>
            <a:ext cx="4486901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839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UPDATE THE GRADE DETAILS OF VIRAT KOHLI AS YOU CAN SEE IN THIS PRESENTATION..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51F9F0-2861-4909-88F4-5CBF568CB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7" y="1385258"/>
            <a:ext cx="5037666" cy="18405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E26C0B-4909-45D0-B471-7C57E6097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7" y="3937000"/>
            <a:ext cx="5037666" cy="207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55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DELETED THE STUDENT DETAIL ID IS 71402 AND VIEWED THE STUDENT DETAILS AFTER DELETING AND IT HAS DELETED SUCCESSFULLY!!</a:t>
            </a: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3795D2-5840-4BD3-8F09-7B6B9FEBB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42" y="1203680"/>
            <a:ext cx="5191850" cy="24863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678352-0DEC-4C3C-9609-038A7C140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12" y="4079243"/>
            <a:ext cx="5201376" cy="194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162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4B8C2-4356-415D-88DC-3655FD74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4859274" cy="2286000"/>
          </a:xfrm>
        </p:spPr>
        <p:txBody>
          <a:bodyPr/>
          <a:lstStyle/>
          <a:p>
            <a:r>
              <a:rPr lang="en-GB" b="1" dirty="0"/>
              <a:t>AFTER PERFORMING ALL OPERATIONS I HAVE SUCCESSFULLY EXITED THE PROGRAM 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164F22-B8C8-406C-A12E-37C1DD293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44" y="2223919"/>
            <a:ext cx="5540323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692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87</TotalTime>
  <Words>369</Words>
  <Application>Microsoft Office PowerPoint</Application>
  <PresentationFormat>Widescreen</PresentationFormat>
  <Paragraphs>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Ion Boardroom</vt:lpstr>
      <vt:lpstr>PRESENTATION OF STUDENT MANAGEMENT SYSTEM  # INTERNSHIP PROJECT-TASK -2 @SYNTECXHUB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OF STUDENT MANAGEMENT SYSTEM  # INTERNSHIP PROJECT-TASK -2 @SYNTECXHUB</dc:title>
  <dc:creator>MOHAMMED  Rizwan</dc:creator>
  <cp:lastModifiedBy>MOHAMMED  Rizwan</cp:lastModifiedBy>
  <cp:revision>10</cp:revision>
  <dcterms:created xsi:type="dcterms:W3CDTF">2026-04-13T21:15:13Z</dcterms:created>
  <dcterms:modified xsi:type="dcterms:W3CDTF">2026-04-13T22:42:32Z</dcterms:modified>
</cp:coreProperties>
</file>